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8" r:id="rId3"/>
    <p:sldId id="262" r:id="rId4"/>
    <p:sldId id="272" r:id="rId5"/>
    <p:sldId id="263" r:id="rId6"/>
    <p:sldId id="296" r:id="rId7"/>
    <p:sldId id="297" r:id="rId8"/>
    <p:sldId id="261" r:id="rId9"/>
    <p:sldId id="259" r:id="rId10"/>
    <p:sldId id="266" r:id="rId11"/>
    <p:sldId id="267" r:id="rId12"/>
    <p:sldId id="270" r:id="rId13"/>
    <p:sldId id="271" r:id="rId14"/>
    <p:sldId id="264" r:id="rId15"/>
    <p:sldId id="277" r:id="rId16"/>
    <p:sldId id="276" r:id="rId17"/>
    <p:sldId id="275" r:id="rId18"/>
    <p:sldId id="278" r:id="rId19"/>
    <p:sldId id="279" r:id="rId20"/>
    <p:sldId id="280" r:id="rId21"/>
    <p:sldId id="281" r:id="rId22"/>
    <p:sldId id="298" r:id="rId23"/>
    <p:sldId id="299" r:id="rId24"/>
    <p:sldId id="300" r:id="rId25"/>
    <p:sldId id="301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5059" autoAdjust="0"/>
  </p:normalViewPr>
  <p:slideViewPr>
    <p:cSldViewPr snapToGrid="0">
      <p:cViewPr varScale="1">
        <p:scale>
          <a:sx n="74" d="100"/>
          <a:sy n="74" d="100"/>
        </p:scale>
        <p:origin x="554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324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E6E92A1-E2B0-4FFB-B0C0-83C1DFA4FF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73F8AB-890A-4988-A1BB-F922044C8E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34CDC-2FDF-4C1B-8C8F-397BA5B2D9C2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ED6664-2897-4653-B40D-806CB02A33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459F35-AA94-4DC2-BC1A-6376E31EB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95541-E046-4C25-AC9C-3C3CC6DA51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957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D135-AC5D-412D-9E0E-623545EAE33D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621F5-529A-4D54-A085-69F194259C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93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13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323852"/>
            <a:ext cx="5724524" cy="2771774"/>
          </a:xfrm>
        </p:spPr>
        <p:txBody>
          <a:bodyPr anchor="t"/>
          <a:lstStyle>
            <a:lvl1pPr algn="l">
              <a:lnSpc>
                <a:spcPct val="97000"/>
              </a:lnSpc>
              <a:defRPr sz="2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1401238"/>
            <a:ext cx="5364162" cy="1694388"/>
          </a:xfrm>
        </p:spPr>
        <p:txBody>
          <a:bodyPr anchor="t"/>
          <a:lstStyle>
            <a:lvl1pPr marL="0" indent="0" algn="l">
              <a:lnSpc>
                <a:spcPct val="97000"/>
              </a:lnSpc>
              <a:buNone/>
              <a:defRPr sz="14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Fakultät/Abteilung/</a:t>
            </a:r>
            <a:br>
              <a:rPr lang="de-DE" dirty="0"/>
            </a:br>
            <a:r>
              <a:rPr lang="de-DE" dirty="0"/>
              <a:t>Einrichtung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94B90B-85F2-4700-9984-40B3237CFA85}"/>
              </a:ext>
            </a:extLst>
          </p:cNvPr>
          <p:cNvSpPr/>
          <p:nvPr userDrawn="1"/>
        </p:nvSpPr>
        <p:spPr>
          <a:xfrm>
            <a:off x="371476" y="340151"/>
            <a:ext cx="2860674" cy="9603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Hochschule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München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University </a:t>
            </a:r>
            <a:r>
              <a:rPr lang="de-DE" sz="1450" dirty="0" err="1"/>
              <a:t>of</a:t>
            </a:r>
            <a:endParaRPr lang="de-DE" sz="1450" dirty="0"/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Applied Sciences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456CB4B-ACC7-4592-86AC-98F887E1DA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6258" y="2914772"/>
            <a:ext cx="9229183" cy="425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4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6" y="1858117"/>
            <a:ext cx="5364162" cy="1396258"/>
          </a:xfrm>
        </p:spPr>
        <p:txBody>
          <a:bodyPr anchor="t"/>
          <a:lstStyle>
            <a:lvl1pPr algn="l">
              <a:lnSpc>
                <a:spcPct val="97000"/>
              </a:lnSpc>
              <a:defRPr sz="2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2150" y="340151"/>
            <a:ext cx="2503488" cy="960329"/>
          </a:xfrm>
        </p:spPr>
        <p:txBody>
          <a:bodyPr anchor="t"/>
          <a:lstStyle>
            <a:lvl1pPr marL="0" indent="0" algn="l">
              <a:lnSpc>
                <a:spcPct val="97000"/>
              </a:lnSpc>
              <a:buNone/>
              <a:defRPr sz="14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Fakultät/Abteilung/</a:t>
            </a:r>
            <a:br>
              <a:rPr lang="de-DE" dirty="0"/>
            </a:br>
            <a:r>
              <a:rPr lang="de-DE" dirty="0"/>
              <a:t>Einrichtung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94B90B-85F2-4700-9984-40B3237CFA85}"/>
              </a:ext>
            </a:extLst>
          </p:cNvPr>
          <p:cNvSpPr/>
          <p:nvPr userDrawn="1"/>
        </p:nvSpPr>
        <p:spPr>
          <a:xfrm>
            <a:off x="371476" y="340151"/>
            <a:ext cx="2860674" cy="9603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Hochschule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München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University </a:t>
            </a:r>
            <a:r>
              <a:rPr lang="de-DE" sz="1450" dirty="0" err="1"/>
              <a:t>of</a:t>
            </a:r>
            <a:endParaRPr lang="de-DE" sz="1450" dirty="0"/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Applied Sciences</a:t>
            </a:r>
          </a:p>
        </p:txBody>
      </p:sp>
      <p:sp>
        <p:nvSpPr>
          <p:cNvPr id="12" name="Bildplatzhalter 12">
            <a:extLst>
              <a:ext uri="{FF2B5EF4-FFF2-40B4-BE49-F238E27FC236}">
                <a16:creationId xmlns:a16="http://schemas.microsoft.com/office/drawing/2014/main" id="{CF871BE6-3E0D-46C2-933C-D3A3DBCFD8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D0A8566-84AE-4754-AA88-C6706C3D00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" y="4707300"/>
            <a:ext cx="4611625" cy="212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6" y="1858117"/>
            <a:ext cx="5364162" cy="1396258"/>
          </a:xfrm>
        </p:spPr>
        <p:txBody>
          <a:bodyPr anchor="t"/>
          <a:lstStyle>
            <a:lvl1pPr algn="l">
              <a:lnSpc>
                <a:spcPct val="97000"/>
              </a:lnSpc>
              <a:defRPr sz="2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2150" y="340151"/>
            <a:ext cx="2503488" cy="960329"/>
          </a:xfrm>
        </p:spPr>
        <p:txBody>
          <a:bodyPr anchor="t"/>
          <a:lstStyle>
            <a:lvl1pPr marL="0" indent="0" algn="l">
              <a:lnSpc>
                <a:spcPct val="97000"/>
              </a:lnSpc>
              <a:buNone/>
              <a:defRPr sz="14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Fakultät/Abteilung/</a:t>
            </a:r>
            <a:br>
              <a:rPr lang="de-DE" dirty="0"/>
            </a:br>
            <a:r>
              <a:rPr lang="de-DE" dirty="0"/>
              <a:t>Einrichtung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94B90B-85F2-4700-9984-40B3237CFA85}"/>
              </a:ext>
            </a:extLst>
          </p:cNvPr>
          <p:cNvSpPr/>
          <p:nvPr userDrawn="1"/>
        </p:nvSpPr>
        <p:spPr>
          <a:xfrm>
            <a:off x="371476" y="340151"/>
            <a:ext cx="2860674" cy="9603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Hochschule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München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University </a:t>
            </a:r>
            <a:r>
              <a:rPr lang="de-DE" sz="1450" dirty="0" err="1"/>
              <a:t>of</a:t>
            </a:r>
            <a:endParaRPr lang="de-DE" sz="1450" dirty="0"/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Applied Sciences</a:t>
            </a:r>
          </a:p>
        </p:txBody>
      </p:sp>
      <p:sp>
        <p:nvSpPr>
          <p:cNvPr id="12" name="Bildplatzhalter 12">
            <a:extLst>
              <a:ext uri="{FF2B5EF4-FFF2-40B4-BE49-F238E27FC236}">
                <a16:creationId xmlns:a16="http://schemas.microsoft.com/office/drawing/2014/main" id="{CF871BE6-3E0D-46C2-933C-D3A3DBCFD8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9F908DA-2D07-4DC1-94DA-DA7CFE0B03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24" y="5598180"/>
            <a:ext cx="2311051" cy="106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2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366441D7-0B7A-4EB9-A462-631E2141F9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2A20461-DAC3-49AA-8D4F-129656B22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511" y="6039374"/>
            <a:ext cx="1166400" cy="5364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8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04FD1B6-BAD6-40A2-B76C-D79CF11E5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7112" y="277709"/>
            <a:ext cx="5713413" cy="1638404"/>
          </a:xfrm>
        </p:spPr>
        <p:txBody>
          <a:bodyPr/>
          <a:lstStyle>
            <a:lvl1pPr marL="0" indent="0">
              <a:buNone/>
              <a:defRPr sz="3000"/>
            </a:lvl1pPr>
            <a:lvl2pPr marL="180975" indent="0"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0028D6-979F-46A0-895C-003E80EC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77709"/>
            <a:ext cx="5364164" cy="1638404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863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366441D7-0B7A-4EB9-A462-631E2141F9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153025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04FD1B6-BAD6-40A2-B76C-D79CF11E5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7112" y="277709"/>
            <a:ext cx="5713413" cy="1638404"/>
          </a:xfrm>
        </p:spPr>
        <p:txBody>
          <a:bodyPr/>
          <a:lstStyle>
            <a:lvl1pPr marL="0" indent="0">
              <a:buNone/>
              <a:defRPr sz="3000"/>
            </a:lvl1pPr>
            <a:lvl2pPr marL="180975" indent="0"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0028D6-979F-46A0-895C-003E80EC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77709"/>
            <a:ext cx="5364164" cy="1638404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1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30624"/>
            <a:ext cx="5724524" cy="51859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84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38666"/>
            <a:ext cx="5724524" cy="5177897"/>
          </a:xfrm>
        </p:spPr>
        <p:txBody>
          <a:bodyPr/>
          <a:lstStyle>
            <a:lvl1pPr>
              <a:defRPr sz="1450"/>
            </a:lvl1pPr>
            <a:lvl2pPr>
              <a:defRPr sz="1450"/>
            </a:lvl2pPr>
            <a:lvl3pPr>
              <a:defRPr sz="1450"/>
            </a:lvl3pPr>
            <a:lvl4pPr>
              <a:defRPr sz="1450"/>
            </a:lvl4pPr>
            <a:lvl5pPr>
              <a:defRPr sz="14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6316FFE-EEB4-482A-A388-32A84AA04B7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1475" y="1149351"/>
            <a:ext cx="5364163" cy="4367213"/>
          </a:xfrm>
        </p:spPr>
        <p:txBody>
          <a:bodyPr/>
          <a:lstStyle>
            <a:lvl1pPr>
              <a:defRPr sz="1450"/>
            </a:lvl1pPr>
            <a:lvl2pPr>
              <a:defRPr sz="1450"/>
            </a:lvl2pPr>
            <a:lvl3pPr>
              <a:defRPr sz="1450"/>
            </a:lvl3pPr>
            <a:lvl4pPr>
              <a:defRPr sz="1450"/>
            </a:lvl4pPr>
            <a:lvl5pPr>
              <a:defRPr sz="14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577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14AF4E8B-5485-49D5-BB89-3FB9C49740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38665"/>
            <a:ext cx="2520000" cy="5177897"/>
          </a:xfrm>
        </p:spPr>
        <p:txBody>
          <a:bodyPr/>
          <a:lstStyle>
            <a:lvl1pPr>
              <a:defRPr sz="1450"/>
            </a:lvl1pPr>
            <a:lvl2pPr>
              <a:defRPr sz="1450"/>
            </a:lvl2pPr>
            <a:lvl3pPr>
              <a:defRPr sz="1450"/>
            </a:lvl3pPr>
            <a:lvl4pPr>
              <a:defRPr sz="1450"/>
            </a:lvl4pPr>
            <a:lvl5pPr>
              <a:defRPr sz="14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F706C58-641C-4B0A-8928-62A0A9BAEF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59850" y="338665"/>
            <a:ext cx="2860674" cy="5177897"/>
          </a:xfrm>
        </p:spPr>
        <p:txBody>
          <a:bodyPr/>
          <a:lstStyle>
            <a:lvl1pPr>
              <a:defRPr sz="1450"/>
            </a:lvl1pPr>
            <a:lvl2pPr>
              <a:defRPr sz="1450"/>
            </a:lvl2pPr>
            <a:lvl3pPr>
              <a:defRPr sz="1450"/>
            </a:lvl3pPr>
            <a:lvl4pPr>
              <a:defRPr sz="1450"/>
            </a:lvl4pPr>
            <a:lvl5pPr>
              <a:defRPr sz="14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586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CC4683C-878E-4553-8F17-1CD0A7688DDD}"/>
              </a:ext>
            </a:extLst>
          </p:cNvPr>
          <p:cNvSpPr/>
          <p:nvPr userDrawn="1"/>
        </p:nvSpPr>
        <p:spPr>
          <a:xfrm>
            <a:off x="6107113" y="0"/>
            <a:ext cx="60833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04FD1B6-BAD6-40A2-B76C-D79CF11E5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38665"/>
            <a:ext cx="5364163" cy="5177897"/>
          </a:xfrm>
        </p:spPr>
        <p:txBody>
          <a:bodyPr/>
          <a:lstStyle>
            <a:lvl1pPr>
              <a:defRPr sz="1450"/>
            </a:lvl1pPr>
            <a:lvl2pPr>
              <a:defRPr sz="1450"/>
            </a:lvl2pPr>
            <a:lvl3pPr>
              <a:defRPr sz="1450"/>
            </a:lvl3pPr>
            <a:lvl4pPr>
              <a:defRPr sz="1450"/>
            </a:lvl4pPr>
            <a:lvl5pPr>
              <a:defRPr sz="145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366441D7-0B7A-4EB9-A462-631E2141F9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56363" y="368300"/>
            <a:ext cx="5364162" cy="5148263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5FAEDE7-4249-44B8-AA82-2F2EF244B1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7475" y="6124574"/>
            <a:ext cx="3921125" cy="389627"/>
          </a:xfrm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pPr lvl="0"/>
            <a:r>
              <a:rPr lang="de-DE" dirty="0"/>
              <a:t>Bildunterschrift</a:t>
            </a:r>
            <a:br>
              <a:rPr lang="de-DE" dirty="0"/>
            </a:br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126417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366441D7-0B7A-4EB9-A462-631E2141F9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04FD1B6-BAD6-40A2-B76C-D79CF11E5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1889760"/>
            <a:ext cx="5364163" cy="362680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A5E311-0622-4645-B536-F46CC878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345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1C960-3574-4F23-8766-5201E337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CE5B91-7271-4A18-AD8A-9267A913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1F8022-5201-4EAF-B945-68A1436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5FFE2F-FC42-4907-9F7D-FCA3D42D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222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C254AE-8087-4F24-B186-60DB1042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F49916-0A33-4270-9A0E-C880B08C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none"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CCE0E4-12E1-4DD4-893E-A7000E49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269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4331" y="308934"/>
            <a:ext cx="11456193" cy="1100766"/>
          </a:xfrm>
        </p:spPr>
        <p:txBody>
          <a:bodyPr anchor="t"/>
          <a:lstStyle>
            <a:lvl1pPr algn="l">
              <a:lnSpc>
                <a:spcPct val="90000"/>
              </a:lnSpc>
              <a:defRPr sz="38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2270" y="1512570"/>
            <a:ext cx="11456192" cy="1100766"/>
          </a:xfrm>
        </p:spPr>
        <p:txBody>
          <a:bodyPr anchor="t"/>
          <a:lstStyle>
            <a:lvl1pPr marL="0" indent="0" algn="l">
              <a:lnSpc>
                <a:spcPct val="97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Vorname Name</a:t>
            </a:r>
            <a:br>
              <a:rPr lang="de-DE"/>
            </a:br>
            <a:r>
              <a:rPr lang="de-DE"/>
              <a:t>Fakultät oder Einheit</a:t>
            </a:r>
            <a:br>
              <a:rPr lang="de-DE"/>
            </a:br>
            <a:r>
              <a:rPr lang="de-DE"/>
              <a:t>Datum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BACAB8B-CFEF-4CF5-9C88-51A0F7BDF2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" y="4707300"/>
            <a:ext cx="4611625" cy="212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15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12">
            <a:extLst>
              <a:ext uri="{FF2B5EF4-FFF2-40B4-BE49-F238E27FC236}">
                <a16:creationId xmlns:a16="http://schemas.microsoft.com/office/drawing/2014/main" id="{933E06E9-849C-43B8-8097-406A5BF00A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sz="145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477C86-EAD4-49D4-B1B5-1B8983AF42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525" y="4707300"/>
            <a:ext cx="4611600" cy="21240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8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4331" y="308934"/>
            <a:ext cx="11456193" cy="1100766"/>
          </a:xfrm>
        </p:spPr>
        <p:txBody>
          <a:bodyPr anchor="t"/>
          <a:lstStyle>
            <a:lvl1pPr algn="l">
              <a:lnSpc>
                <a:spcPct val="90000"/>
              </a:lnSpc>
              <a:defRPr sz="38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2270" y="1512570"/>
            <a:ext cx="11456192" cy="1100766"/>
          </a:xfrm>
        </p:spPr>
        <p:txBody>
          <a:bodyPr anchor="t"/>
          <a:lstStyle>
            <a:lvl1pPr marL="0" indent="0" algn="l">
              <a:lnSpc>
                <a:spcPct val="97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Fakultät oder Einheit</a:t>
            </a:r>
            <a:br>
              <a:rPr lang="de-DE" dirty="0"/>
            </a:br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058293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893339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59154"/>
            <a:ext cx="11449049" cy="4665127"/>
          </a:xfrm>
        </p:spPr>
        <p:txBody>
          <a:bodyPr/>
          <a:lstStyle>
            <a:lvl1pPr marL="180975" indent="-180975">
              <a:lnSpc>
                <a:spcPct val="110000"/>
              </a:lnSpc>
              <a:spcAft>
                <a:spcPts val="800"/>
              </a:spcAft>
              <a:defRPr sz="2000"/>
            </a:lvl1pPr>
            <a:lvl2pPr marL="447675" indent="-266700">
              <a:lnSpc>
                <a:spcPct val="110000"/>
              </a:lnSpc>
              <a:spcAft>
                <a:spcPts val="800"/>
              </a:spcAft>
              <a:defRPr sz="2000"/>
            </a:lvl2pPr>
            <a:lvl3pPr marL="717550" indent="-269875">
              <a:lnSpc>
                <a:spcPct val="110000"/>
              </a:lnSpc>
              <a:spcAft>
                <a:spcPts val="800"/>
              </a:spcAft>
              <a:defRPr sz="2000"/>
            </a:lvl3pPr>
            <a:lvl4pPr marL="989013" indent="-271463">
              <a:lnSpc>
                <a:spcPct val="110000"/>
              </a:lnSpc>
              <a:spcAft>
                <a:spcPts val="800"/>
              </a:spcAft>
              <a:defRPr sz="2000"/>
            </a:lvl4pPr>
            <a:lvl5pPr marL="1252538" indent="-263525">
              <a:lnSpc>
                <a:spcPct val="110000"/>
              </a:lnSpc>
              <a:spcAft>
                <a:spcPts val="800"/>
              </a:spcAft>
              <a:defRPr sz="20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ECA89-B932-4519-90E5-19AB3FE3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03400" y="6567960"/>
            <a:ext cx="3932238" cy="216000"/>
          </a:xfrm>
        </p:spPr>
        <p:txBody>
          <a:bodyPr wrap="none"/>
          <a:lstStyle>
            <a:lvl1pPr>
              <a:defRPr sz="800"/>
            </a:lvl1pPr>
          </a:lstStyle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3400" y="6347798"/>
            <a:ext cx="3932238" cy="227249"/>
          </a:xfrm>
        </p:spPr>
        <p:txBody>
          <a:bodyPr wrap="none"/>
          <a:lstStyle>
            <a:lvl1pPr>
              <a:defRPr sz="800"/>
            </a:lvl1pPr>
          </a:lstStyle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567960"/>
            <a:ext cx="1281217" cy="216000"/>
          </a:xfrm>
        </p:spPr>
        <p:txBody>
          <a:bodyPr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CF20C2D-7A2C-46FA-AA47-BCD4B25E1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1" y="6222734"/>
            <a:ext cx="1165670" cy="53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0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683B0D-4532-415B-B2BB-A2916631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0624"/>
            <a:ext cx="5364164" cy="64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336138-92BE-4DA1-9396-F3D064B1E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330625"/>
            <a:ext cx="5724524" cy="5185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E03296-383E-4903-8C7C-5095FCB2E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03400" y="6344444"/>
            <a:ext cx="3932238" cy="2160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[Team Members]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E56B4A-0DB5-4139-963F-46347C058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03400" y="6124282"/>
            <a:ext cx="3932238" cy="227249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9827BB-ADB3-4583-B44A-818CC5775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39307" y="6344444"/>
            <a:ext cx="1281217" cy="2160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E61A0A8-CA76-428C-B7E6-F465AC0C44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1" y="6039374"/>
            <a:ext cx="1165670" cy="53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0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9" r:id="rId4"/>
    <p:sldLayoutId id="2147483661" r:id="rId5"/>
    <p:sldLayoutId id="2147483650" r:id="rId6"/>
    <p:sldLayoutId id="2147483656" r:id="rId7"/>
    <p:sldLayoutId id="2147483658" r:id="rId8"/>
    <p:sldLayoutId id="2147483657" r:id="rId9"/>
    <p:sldLayoutId id="2147483660" r:id="rId10"/>
    <p:sldLayoutId id="2147483654" r:id="rId11"/>
    <p:sldLayoutId id="2147483655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ts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936" userDrawn="1">
          <p15:clr>
            <a:srgbClr val="F26B43"/>
          </p15:clr>
        </p15:guide>
        <p15:guide id="4" pos="2036" userDrawn="1">
          <p15:clr>
            <a:srgbClr val="F26B43"/>
          </p15:clr>
        </p15:guide>
        <p15:guide id="5" pos="1136" userDrawn="1">
          <p15:clr>
            <a:srgbClr val="F26B43"/>
          </p15:clr>
        </p15:guide>
        <p15:guide id="6" pos="234" userDrawn="1">
          <p15:clr>
            <a:srgbClr val="F26B43"/>
          </p15:clr>
        </p15:guide>
        <p15:guide id="7" pos="4744" userDrawn="1">
          <p15:clr>
            <a:srgbClr val="F26B43"/>
          </p15:clr>
        </p15:guide>
        <p15:guide id="8" pos="5644" userDrawn="1">
          <p15:clr>
            <a:srgbClr val="F26B43"/>
          </p15:clr>
        </p15:guide>
        <p15:guide id="9" pos="6544" userDrawn="1">
          <p15:clr>
            <a:srgbClr val="F26B43"/>
          </p15:clr>
        </p15:guide>
        <p15:guide id="10" pos="7446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  <p15:guide id="12" orient="horz" pos="3858" userDrawn="1">
          <p15:clr>
            <a:srgbClr val="F26B43"/>
          </p15:clr>
        </p15:guide>
        <p15:guide id="13" orient="horz" pos="3475" userDrawn="1">
          <p15:clr>
            <a:srgbClr val="F26B43"/>
          </p15:clr>
        </p15:guide>
        <p15:guide id="14" pos="3613" userDrawn="1">
          <p15:clr>
            <a:srgbClr val="F26B43"/>
          </p15:clr>
        </p15:guide>
        <p15:guide id="15" pos="4067" userDrawn="1">
          <p15:clr>
            <a:srgbClr val="F26B43"/>
          </p15:clr>
        </p15:guide>
        <p15:guide id="16" orient="horz" pos="120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2CBAA-D84E-F622-7C4C-3F3F46A63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Pattern Recognition &amp; Machine Learning</a:t>
            </a:r>
            <a:br>
              <a:rPr lang="de-DE" dirty="0"/>
            </a:br>
            <a:r>
              <a:rPr lang="de-DE" b="0" dirty="0"/>
              <a:t>Update Meetings 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B16151-2BDB-5AF7-D069-F6CAD14BC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Fakultät 7 </a:t>
            </a:r>
          </a:p>
          <a:p>
            <a:endParaRPr lang="de-DE" dirty="0"/>
          </a:p>
          <a:p>
            <a:r>
              <a:rPr lang="de-DE" dirty="0">
                <a:solidFill>
                  <a:srgbClr val="FF0000"/>
                </a:solidFill>
              </a:rPr>
              <a:t>[Team Members]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340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430CC1-52D6-42C2-B562-CCF65367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  <a:endParaRPr lang="de-DE" b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E96FA4-F50B-4080-AE8A-736FF5E3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089780-3744-4B4A-8D0D-45525B33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F92BF-A058-4823-958F-E9B43CAE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</a:t>
            </a:fld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1539760-273B-46A8-8236-98E0F0089761}"/>
              </a:ext>
            </a:extLst>
          </p:cNvPr>
          <p:cNvGrpSpPr/>
          <p:nvPr/>
        </p:nvGrpSpPr>
        <p:grpSpPr>
          <a:xfrm>
            <a:off x="371473" y="2112741"/>
            <a:ext cx="1810023" cy="2492861"/>
            <a:chOff x="371475" y="950147"/>
            <a:chExt cx="1810023" cy="2492861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9D8E758-0A79-4832-ADFF-C637A6CA02D4}"/>
                </a:ext>
              </a:extLst>
            </p:cNvPr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7E4F9A1-1B83-4677-B49E-6E994A978B34}"/>
                </a:ext>
              </a:extLst>
            </p:cNvPr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D2D8F65-132F-4C30-9C1E-9A2854A56DDB}"/>
              </a:ext>
            </a:extLst>
          </p:cNvPr>
          <p:cNvGrpSpPr/>
          <p:nvPr/>
        </p:nvGrpSpPr>
        <p:grpSpPr>
          <a:xfrm>
            <a:off x="2781230" y="2112741"/>
            <a:ext cx="1810023" cy="2492861"/>
            <a:chOff x="371475" y="950147"/>
            <a:chExt cx="1810023" cy="2492861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0B2F6CF-16D2-47E8-8D20-7A69416B53F2}"/>
                </a:ext>
              </a:extLst>
            </p:cNvPr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ACDB167-11E9-429B-8C0B-8FE3B1216C8C}"/>
                </a:ext>
              </a:extLst>
            </p:cNvPr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9F6B257-7CCF-459E-974C-5A388AD0B73B}"/>
              </a:ext>
            </a:extLst>
          </p:cNvPr>
          <p:cNvGrpSpPr/>
          <p:nvPr/>
        </p:nvGrpSpPr>
        <p:grpSpPr>
          <a:xfrm>
            <a:off x="5190987" y="2112741"/>
            <a:ext cx="1810023" cy="2492861"/>
            <a:chOff x="371475" y="950147"/>
            <a:chExt cx="1810023" cy="249286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601488D-B755-44F8-9B6D-0DA7E35CC31D}"/>
                </a:ext>
              </a:extLst>
            </p:cNvPr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DADE1726-6038-4F5D-B8E9-514CDFBBFBE0}"/>
                </a:ext>
              </a:extLst>
            </p:cNvPr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7587378-47B1-4D21-84F4-98ECB22D3507}"/>
              </a:ext>
            </a:extLst>
          </p:cNvPr>
          <p:cNvGrpSpPr/>
          <p:nvPr/>
        </p:nvGrpSpPr>
        <p:grpSpPr>
          <a:xfrm>
            <a:off x="7600744" y="2112741"/>
            <a:ext cx="1810023" cy="2492861"/>
            <a:chOff x="371475" y="950147"/>
            <a:chExt cx="1810023" cy="2492861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9D63D4D-AC6A-4CB5-95B7-79F102B1687E}"/>
                </a:ext>
              </a:extLst>
            </p:cNvPr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32FD536-376F-4EA9-93FC-D8C4E7496F9E}"/>
                </a:ext>
              </a:extLst>
            </p:cNvPr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B07693B-7F3A-4F6F-8650-11988C192965}"/>
              </a:ext>
            </a:extLst>
          </p:cNvPr>
          <p:cNvGrpSpPr/>
          <p:nvPr/>
        </p:nvGrpSpPr>
        <p:grpSpPr>
          <a:xfrm>
            <a:off x="10010501" y="2112741"/>
            <a:ext cx="1810023" cy="2492861"/>
            <a:chOff x="371475" y="950147"/>
            <a:chExt cx="1810023" cy="2492861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41952A8-1C5D-483F-B035-6EEAF43B0658}"/>
                </a:ext>
              </a:extLst>
            </p:cNvPr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0A2819B3-74E4-4B78-A9F5-002097BC5BEA}"/>
                </a:ext>
              </a:extLst>
            </p:cNvPr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BFAAAA3D-3152-4649-A91E-22787857960E}"/>
              </a:ext>
            </a:extLst>
          </p:cNvPr>
          <p:cNvSpPr txBox="1"/>
          <p:nvPr/>
        </p:nvSpPr>
        <p:spPr>
          <a:xfrm>
            <a:off x="1028659" y="4605602"/>
            <a:ext cx="495649" cy="308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7000"/>
              </a:lnSpc>
            </a:pPr>
            <a:r>
              <a:rPr lang="de-DE" sz="1450" dirty="0"/>
              <a:t>MM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C7B156-5F1E-4CB5-8F8D-F9FC07A2DE21}"/>
              </a:ext>
            </a:extLst>
          </p:cNvPr>
          <p:cNvSpPr txBox="1"/>
          <p:nvPr/>
        </p:nvSpPr>
        <p:spPr>
          <a:xfrm>
            <a:off x="3438416" y="4605602"/>
            <a:ext cx="495649" cy="308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7000"/>
              </a:lnSpc>
            </a:pPr>
            <a:r>
              <a:rPr lang="de-DE" sz="1450" dirty="0"/>
              <a:t>MM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223D85F-3E21-4E8F-924C-FBDE45A8484D}"/>
              </a:ext>
            </a:extLst>
          </p:cNvPr>
          <p:cNvSpPr txBox="1"/>
          <p:nvPr/>
        </p:nvSpPr>
        <p:spPr>
          <a:xfrm>
            <a:off x="5848173" y="4605602"/>
            <a:ext cx="495649" cy="308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7000"/>
              </a:lnSpc>
            </a:pPr>
            <a:r>
              <a:rPr lang="de-DE" sz="1450" dirty="0"/>
              <a:t>MM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DFAE7A3-7946-4946-980C-7C0621962769}"/>
              </a:ext>
            </a:extLst>
          </p:cNvPr>
          <p:cNvSpPr txBox="1"/>
          <p:nvPr/>
        </p:nvSpPr>
        <p:spPr>
          <a:xfrm>
            <a:off x="8257930" y="4605602"/>
            <a:ext cx="495649" cy="308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7000"/>
              </a:lnSpc>
            </a:pPr>
            <a:r>
              <a:rPr lang="de-DE" sz="1450" dirty="0"/>
              <a:t>MM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42110AE-B030-4018-B617-0DCF158B5B4B}"/>
              </a:ext>
            </a:extLst>
          </p:cNvPr>
          <p:cNvSpPr txBox="1"/>
          <p:nvPr/>
        </p:nvSpPr>
        <p:spPr>
          <a:xfrm>
            <a:off x="10667687" y="4605602"/>
            <a:ext cx="495649" cy="3088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7000"/>
              </a:lnSpc>
            </a:pPr>
            <a:r>
              <a:rPr lang="de-DE" sz="1450" dirty="0"/>
              <a:t>MM</a:t>
            </a:r>
          </a:p>
        </p:txBody>
      </p:sp>
    </p:spTree>
    <p:extLst>
      <p:ext uri="{BB962C8B-B14F-4D97-AF65-F5344CB8AC3E}">
        <p14:creationId xmlns:p14="http://schemas.microsoft.com/office/powerpoint/2010/main" val="158696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D133CB5-3CA7-4A68-A1C7-ADD55DC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1820-6D5F-491D-AD3A-A0F08188E0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03EE0-EE1F-424A-AE46-9ABC896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D8A42-C94A-4DDD-87F8-A7662DC7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6D0EA-08BC-4E61-A645-9E1C3E51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3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C839D3-6F9F-4CCD-B1C6-38B6F72B0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Async</a:t>
            </a:r>
            <a:r>
              <a:rPr lang="de-DE" dirty="0"/>
              <a:t> Kick-Off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B4B7BB0-F6EB-4AB8-83D7-BB43350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Update Meeting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1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 Leader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Team Leader: </a:t>
            </a:r>
            <a:r>
              <a:rPr lang="de-DE" dirty="0">
                <a:solidFill>
                  <a:srgbClr val="FF0000"/>
                </a:solidFill>
              </a:rPr>
              <a:t>[</a:t>
            </a:r>
            <a:r>
              <a:rPr lang="de-DE" dirty="0" err="1">
                <a:solidFill>
                  <a:srgbClr val="FF0000"/>
                </a:solidFill>
              </a:rPr>
              <a:t>first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name</a:t>
            </a:r>
            <a:r>
              <a:rPr lang="de-DE" dirty="0">
                <a:solidFill>
                  <a:srgbClr val="FF0000"/>
                </a:solidFill>
              </a:rPr>
              <a:t>, last </a:t>
            </a:r>
            <a:r>
              <a:rPr lang="de-DE" dirty="0" err="1">
                <a:solidFill>
                  <a:srgbClr val="FF0000"/>
                </a:solidFill>
              </a:rPr>
              <a:t>name</a:t>
            </a:r>
            <a:r>
              <a:rPr lang="de-DE" dirty="0">
                <a:solidFill>
                  <a:srgbClr val="FF0000"/>
                </a:solidFill>
              </a:rPr>
              <a:t>]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33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 Charta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Communication: Which channels do we use to communicate? (Slack, email, Teams?)</a:t>
            </a:r>
          </a:p>
          <a:p>
            <a:r>
              <a:rPr lang="en-US" dirty="0"/>
              <a:t>Meetings: When do they take place and how efficient are they?</a:t>
            </a:r>
          </a:p>
          <a:p>
            <a:r>
              <a:rPr lang="en-US" dirty="0"/>
              <a:t>Decision-making: Who is </a:t>
            </a:r>
            <a:r>
              <a:rPr lang="en-US" dirty="0" err="1"/>
              <a:t>authorised</a:t>
            </a:r>
            <a:r>
              <a:rPr lang="en-US" dirty="0"/>
              <a:t> to make which decisions?</a:t>
            </a:r>
          </a:p>
          <a:p>
            <a:r>
              <a:rPr lang="en-US" dirty="0"/>
              <a:t>Conflict management: How do we deal with conflicts?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40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115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Non-Goals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35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D133CB5-3CA7-4A68-A1C7-ADD55DC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1820-6D5F-491D-AD3A-A0F08188E0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03EE0-EE1F-424A-AE46-9ABC896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D8A42-C94A-4DDD-87F8-A7662DC7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6D0EA-08BC-4E61-A645-9E1C3E51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8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C839D3-6F9F-4CCD-B1C6-38B6F72B0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Proposal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B4B7BB0-F6EB-4AB8-83D7-BB43350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Update Meeting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5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(</a:t>
            </a:r>
            <a:r>
              <a:rPr lang="de-DE" dirty="0" err="1"/>
              <a:t>refined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3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0DF69-7824-46BC-AB0E-9B4439D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Non-Goals (</a:t>
            </a:r>
            <a:r>
              <a:rPr lang="de-DE" dirty="0" err="1"/>
              <a:t>refined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211DE7-389E-485D-8A51-7EA612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BB2BB-C66B-4510-B60F-58AFD35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5C524-F100-4265-81A1-D2AF0AE8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9056-D443-4B7D-990E-95D1FFE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959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0FC2F-7066-473F-8E2A-DD943EDE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E75605-DCA7-4F96-AAE4-740200921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C93747-1EFD-4519-BD74-7D2D5DC2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43D5C5-90B7-417C-9A13-E4AD9FE1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747FAB-860D-47C4-BB2E-6BC1F637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67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C271E-7043-4BDF-8B47-D9FC95AC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 Packages &amp; </a:t>
            </a:r>
            <a:r>
              <a:rPr lang="de-DE" dirty="0" err="1"/>
              <a:t>Responsibilities</a:t>
            </a:r>
            <a:endParaRPr lang="en-US" dirty="0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01F8E854-8001-46A9-97FC-B39C3B0916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524904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9002949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1562708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Owner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790188-A6C4-4FE6-913E-328880C4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9D5C15-BB79-46F3-A201-D34A8543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9ACF97-7856-4CBE-ADF9-C344F63C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39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 (</a:t>
            </a:r>
            <a:r>
              <a:rPr lang="de-DE" dirty="0" err="1"/>
              <a:t>rough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5599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D133CB5-3CA7-4A68-A1C7-ADD55DC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1820-6D5F-491D-AD3A-A0F08188E0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03EE0-EE1F-424A-AE46-9ABC896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D8A42-C94A-4DDD-87F8-A7662DC7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6D0EA-08BC-4E61-A645-9E1C3E51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14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C839D3-6F9F-4CCD-B1C6-38B6F72B0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Status Quo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B4B7BB0-F6EB-4AB8-83D7-BB43350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Update Meeting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140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was </a:t>
            </a:r>
            <a:r>
              <a:rPr lang="de-DE" dirty="0" err="1"/>
              <a:t>done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15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980400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461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16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900378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076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17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779539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260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D133CB5-3CA7-4A68-A1C7-ADD55DC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1820-6D5F-491D-AD3A-A0F08188E0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03EE0-EE1F-424A-AE46-9ABC896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D8A42-C94A-4DDD-87F8-A7662DC7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6D0EA-08BC-4E61-A645-9E1C3E51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18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C839D3-6F9F-4CCD-B1C6-38B6F72B0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Status Quo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B4B7BB0-F6EB-4AB8-83D7-BB43350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Update Meeting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682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was </a:t>
            </a:r>
            <a:r>
              <a:rPr lang="de-DE" dirty="0" err="1"/>
              <a:t>done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19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789333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69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20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4699883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487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21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487826"/>
              </p:ext>
            </p:extLst>
          </p:nvPr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518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D133CB5-3CA7-4A68-A1C7-ADD55DC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1820-6D5F-491D-AD3A-A0F08188E0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03EE0-EE1F-424A-AE46-9ABC8968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D8A42-C94A-4DDD-87F8-A7662DC7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6D0EA-08BC-4E61-A645-9E1C3E51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t>22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C839D3-6F9F-4CCD-B1C6-38B6F72B0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Status Quo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B4B7BB0-F6EB-4AB8-83D7-BB43350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Update Meeting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622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was </a:t>
            </a:r>
            <a:r>
              <a:rPr lang="de-DE" dirty="0" err="1"/>
              <a:t>done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23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/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33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24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/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226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E256-D600-4955-8EEE-49C9662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DEF9E3-0781-4FF4-A650-7CF77609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90417-146C-4E1C-953F-F5AE71EC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[Team Members]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4964C1-FC23-44F9-9ADD-2FF1A463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Pattern Recognition &amp; Machine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890574-D28C-46AC-AC91-793F085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25</a:t>
            </a:fld>
            <a:endParaRPr lang="de-DE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D6C5935-FDE0-41D5-A709-7553F1A86553}"/>
              </a:ext>
            </a:extLst>
          </p:cNvPr>
          <p:cNvGraphicFramePr>
            <a:graphicFrameLocks/>
          </p:cNvGraphicFramePr>
          <p:nvPr/>
        </p:nvGraphicFramePr>
        <p:xfrm>
          <a:off x="371475" y="1458913"/>
          <a:ext cx="114490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93">
                  <a:extLst>
                    <a:ext uri="{9D8B030D-6E8A-4147-A177-3AD203B41FA5}">
                      <a16:colId xmlns:a16="http://schemas.microsoft.com/office/drawing/2014/main" val="3324093621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3707999131"/>
                    </a:ext>
                  </a:extLst>
                </a:gridCol>
                <a:gridCol w="9505342">
                  <a:extLst>
                    <a:ext uri="{9D8B030D-6E8A-4147-A177-3AD203B41FA5}">
                      <a16:colId xmlns:a16="http://schemas.microsoft.com/office/drawing/2014/main" val="399451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Description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[</a:t>
                      </a:r>
                      <a:r>
                        <a:rPr lang="de-DE" dirty="0" err="1"/>
                        <a:t>precise</a:t>
                      </a:r>
                      <a:r>
                        <a:rPr lang="de-DE" dirty="0"/>
                        <a:t> but </a:t>
                      </a:r>
                      <a:r>
                        <a:rPr lang="de-DE" dirty="0" err="1"/>
                        <a:t>short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description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use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visuals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helps</a:t>
                      </a:r>
                      <a:r>
                        <a:rPr lang="de-DE" dirty="0"/>
                        <a:t>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4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108318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München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lnSpc>
            <a:spcPct val="97000"/>
          </a:lnSpc>
          <a:defRPr sz="14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7000"/>
          </a:lnSpc>
          <a:defRPr sz="145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M_PowerPoint_16x9_2021-07-26.potx" id="{0E27652A-819D-48C7-9413-641CEABED544}" vid="{512F7106-0EBE-4CCD-961C-C4233B0B7859}"/>
    </a:ext>
  </a:extLst>
</a:theme>
</file>

<file path=ppt/theme/theme2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HM_PowerPoint_16x9_2021-07-26 (5)</Template>
  <TotalTime>0</TotalTime>
  <Words>598</Words>
  <Application>Microsoft Office PowerPoint</Application>
  <PresentationFormat>Breitbild</PresentationFormat>
  <Paragraphs>195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7" baseType="lpstr">
      <vt:lpstr>Arial</vt:lpstr>
      <vt:lpstr>Hochschule München</vt:lpstr>
      <vt:lpstr>Pattern Recognition &amp; Machine Learning Update Meetings </vt:lpstr>
      <vt:lpstr>Team</vt:lpstr>
      <vt:lpstr>Update Meeting 1</vt:lpstr>
      <vt:lpstr>Team Leader</vt:lpstr>
      <vt:lpstr>Team Charta</vt:lpstr>
      <vt:lpstr>Goals</vt:lpstr>
      <vt:lpstr>Non-Goals</vt:lpstr>
      <vt:lpstr>Update Meeting 2</vt:lpstr>
      <vt:lpstr>Goals (refined)</vt:lpstr>
      <vt:lpstr>Non-Goals (refined)</vt:lpstr>
      <vt:lpstr>Related Work</vt:lpstr>
      <vt:lpstr>Work Packages &amp; Responsibilities</vt:lpstr>
      <vt:lpstr>Timeline (rough)</vt:lpstr>
      <vt:lpstr>Update Meeting 3</vt:lpstr>
      <vt:lpstr>What was done?</vt:lpstr>
      <vt:lpstr>What were the challenges?</vt:lpstr>
      <vt:lpstr>What are the next steps?</vt:lpstr>
      <vt:lpstr>Update Meeting 4</vt:lpstr>
      <vt:lpstr>What was done?</vt:lpstr>
      <vt:lpstr>What were the challenges?</vt:lpstr>
      <vt:lpstr>What are the next steps?</vt:lpstr>
      <vt:lpstr>Update Meeting 5</vt:lpstr>
      <vt:lpstr>What was done?</vt:lpstr>
      <vt:lpstr>What were the challenges?</vt:lpstr>
      <vt:lpstr>What are the next steps?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Markus Friedrich</dc:creator>
  <cp:lastModifiedBy>Markus</cp:lastModifiedBy>
  <cp:revision>268</cp:revision>
  <dcterms:created xsi:type="dcterms:W3CDTF">2024-09-10T11:38:08Z</dcterms:created>
  <dcterms:modified xsi:type="dcterms:W3CDTF">2026-03-09T15:44:50Z</dcterms:modified>
</cp:coreProperties>
</file>